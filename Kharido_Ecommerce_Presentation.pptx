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Kharido E-Commerce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BEAFE"/>
                </a:solidFill>
                <a:latin typeface="Aptos"/>
              </a:rPr>
              <a:t>Static frontend project analysis and component explanation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011680"/>
            <a:ext cx="160020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HTML5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2011680"/>
            <a:ext cx="1600200" cy="32918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CSS3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2011680"/>
            <a:ext cx="1600200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Responsive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2743200"/>
            <a:ext cx="36576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00600" y="2743200"/>
            <a:ext cx="3657600" cy="4114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2852928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Kharido | Home | About | Products | Contact | Login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5192" y="3337560"/>
            <a:ext cx="3328416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6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Welcome to My 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397763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E0ECFF"/>
                </a:solidFill>
                <a:latin typeface="Aptos"/>
              </a:rPr>
              <a:t>Simple products at affordable prices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493008"/>
            <a:ext cx="1097280" cy="8229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38344" y="5074920"/>
            <a:ext cx="12344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48072" y="5193792"/>
            <a:ext cx="100584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75504" y="566928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11827"/>
                </a:solidFill>
                <a:latin typeface="Aptos"/>
              </a:rPr>
              <a:t>Product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5925312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97316"/>
                </a:solidFill>
                <a:latin typeface="Aptos"/>
              </a:rPr>
              <a:t>$10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44183" y="5074920"/>
            <a:ext cx="12344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3912" y="5193792"/>
            <a:ext cx="100584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81344" y="566928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11827"/>
                </a:solidFill>
                <a:latin typeface="Aptos"/>
              </a:rPr>
              <a:t>Product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5925312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97316"/>
                </a:solidFill>
                <a:latin typeface="Aptos"/>
              </a:rPr>
              <a:t>$20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0023" y="5074920"/>
            <a:ext cx="12344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59751" y="5193792"/>
            <a:ext cx="100584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87183" y="566928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11827"/>
                </a:solidFill>
                <a:latin typeface="Aptos"/>
              </a:rPr>
              <a:t>Product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3" y="5925312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97316"/>
                </a:solidFill>
                <a:latin typeface="Aptos"/>
              </a:rPr>
              <a:t>$30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What the visitor sees and how the site behaves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0078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Home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29967"/>
            <a:ext cx="212140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Hero banner, shop introduction, about section, and a 3-product grid.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55448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554480"/>
            <a:ext cx="73152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170078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Contact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029967"/>
            <a:ext cx="212140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Simple contact form collecting name, email, and message.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55448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1554480"/>
            <a:ext cx="73152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7" y="170078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Auth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2029967"/>
            <a:ext cx="2121408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Login and sign-up screens with account guidance and form fields.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7406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The site is built as a static frontend, so every page can run directly in a browser.</a:t>
            </a:r>
          </a:p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A single CSS file controls the theme, layout, cards, forms, navigation, and mobile responsiveness.</a:t>
            </a:r>
          </a:p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External image URLs provide the hero and product visuals.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The technologies used to obtain the shown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331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70078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HTML5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29967"/>
            <a:ext cx="198424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Defines page structure: header, navigation, sections, product cards, forms, labels, inputs, and footer.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554480"/>
            <a:ext cx="2331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01568" y="1554480"/>
            <a:ext cx="73152" cy="2743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02736" y="170078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CSS3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2029967"/>
            <a:ext cx="198424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Creates visual design: colors, spacing, typography, grid layouts, hover effects, shadows, focus states, and media queries.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554480"/>
            <a:ext cx="2331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71616" y="1554480"/>
            <a:ext cx="73152" cy="2743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2783" y="170078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Browser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2029967"/>
            <a:ext cx="1984248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No backend or framework is required. The browser renders the HTML and applies CSS directly.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ptos"/>
              </a:defRPr>
            </a:pPr>
            <a:r>
              <a:t>Result: a lightweight e-commerce front page with separate contact, login, and registration pages.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How the project is organized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74903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72184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index.html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0136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Main landing page: hero, about content, product list, footer.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325880"/>
            <a:ext cx="374903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09160" y="1325880"/>
            <a:ext cx="731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0328" y="1472184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style.css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8" y="180136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Shared styling for every page and component.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14600"/>
            <a:ext cx="374903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2514600"/>
            <a:ext cx="73152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2660904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contact.html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99008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Contact form page linked from navigation.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514600"/>
            <a:ext cx="374903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9160" y="251460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10328" y="2660904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login.html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299008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Login form with remember-me and account guidance.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374903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703320"/>
            <a:ext cx="731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3849624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signup.html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17880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Registration form with password advice and confirmation field.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3703320"/>
            <a:ext cx="374903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09160" y="3703320"/>
            <a:ext cx="73152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10328" y="3849624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readme.md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417880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Small project note file.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Home Page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The landing page is composed from reusable web sections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840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3840480" cy="4114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3383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FFFFFF"/>
                </a:solidFill>
                <a:latin typeface="Aptos"/>
              </a:rPr>
              <a:t>Kharido | Home | About | Products | Contact | 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011680"/>
            <a:ext cx="3511296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Welcome to My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517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E0ECFF"/>
                </a:solidFill>
                <a:latin typeface="Aptos"/>
              </a:rPr>
              <a:t>Simple products at affordable prices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167128"/>
            <a:ext cx="1097280" cy="8229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23544" y="3749039"/>
            <a:ext cx="12344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3271" y="3867912"/>
            <a:ext cx="100584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0704" y="434340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11827"/>
                </a:solidFill>
                <a:latin typeface="Aptos"/>
              </a:rPr>
              <a:t>Product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4599432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97316"/>
                </a:solidFill>
                <a:latin typeface="Aptos"/>
              </a:rPr>
              <a:t>$10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90344" y="3749039"/>
            <a:ext cx="12344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00072" y="3867912"/>
            <a:ext cx="100584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27504" y="434340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11827"/>
                </a:solidFill>
                <a:latin typeface="Aptos"/>
              </a:rPr>
              <a:t>Product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7504" y="4599432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97316"/>
                </a:solidFill>
                <a:latin typeface="Aptos"/>
              </a:rPr>
              <a:t>$20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57144" y="3749039"/>
            <a:ext cx="12344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66872" y="3867912"/>
            <a:ext cx="1005840" cy="4114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94304" y="434340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11827"/>
                </a:solidFill>
                <a:latin typeface="Aptos"/>
              </a:rPr>
              <a:t>Product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4304" y="4599432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97316"/>
                </a:solidFill>
                <a:latin typeface="Aptos"/>
              </a:rPr>
              <a:t>$30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1417320"/>
            <a:ext cx="3611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Header uses a logo and unordered-list navigation.</a:t>
            </a:r>
          </a:p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Hero section uses CSS Grid to place text and image side by side.</a:t>
            </a:r>
          </a:p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About section centers explanatory text in a narrow container.</a:t>
            </a:r>
          </a:p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Products section uses a 3-column CSS Grid.</a:t>
            </a:r>
          </a:p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Footer closes the page with copyright text.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Core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Each part of the UI has a clear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7218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Header + Nav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01368"/>
            <a:ext cx="21214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Sticky top bar, brand text, page links, hover states.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2588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325880"/>
            <a:ext cx="73152" cy="1463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147218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Hero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801368"/>
            <a:ext cx="21214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First visual impression with headline, description, and image.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32588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1325880"/>
            <a:ext cx="73152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7" y="147218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Product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1801368"/>
            <a:ext cx="21214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Image, product name, short description, price, hover lift.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4612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73152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39242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721608"/>
            <a:ext cx="21214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Labels, required inputs, textareas, buttons, focus styling.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24612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37560" y="3246120"/>
            <a:ext cx="73152" cy="1463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38728" y="339242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Auth Side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3721608"/>
            <a:ext cx="21214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Helpful account advice beside the login/signup form.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24612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35040" y="3246120"/>
            <a:ext cx="73152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6207" y="339242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Footer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3721608"/>
            <a:ext cx="21214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Consistent ending block across pages.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CSS 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A small theme layer keeps the visual style consistent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:root stores reusable colors, shadows, radius values, and container width.</a:t>
            </a:r>
          </a:p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Global base rules normalize box sizing, typography, image behavior, and link color.</a:t>
            </a:r>
          </a:p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Cards and forms reuse white surfaces, borders, shadows, and rounded corners.</a:t>
            </a:r>
          </a:p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Primary blue drives buttons and links; orange highlights product prices.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417320"/>
            <a:ext cx="594360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0" y="1463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Aptos"/>
              </a:rPr>
              <a:t>Primary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2167128"/>
            <a:ext cx="594360" cy="411480"/>
          </a:xfrm>
          <a:prstGeom prst="roundRect">
            <a:avLst/>
          </a:prstGeom>
          <a:solidFill>
            <a:srgbClr val="F9731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22128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Aptos"/>
              </a:rPr>
              <a:t>Accent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2916936"/>
            <a:ext cx="59436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Aptos"/>
              </a:rPr>
              <a:t>Surface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3666744"/>
            <a:ext cx="594360" cy="411480"/>
          </a:xfrm>
          <a:prstGeom prst="roundRect">
            <a:avLst/>
          </a:prstGeom>
          <a:solidFill>
            <a:srgbClr val="11182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3712463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Aptos"/>
              </a:rPr>
              <a:t>Dark Nav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Responsive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Media queries adapt the layout for tablets and phones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60934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38528"/>
            <a:ext cx="2121408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Hero uses 2 columns and products use a 3-column grid.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6304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463040"/>
            <a:ext cx="73152" cy="2194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160934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Tablet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938528"/>
            <a:ext cx="2121408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At 820px, header stacks, hero becomes one column, and products become 2 columns.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463040"/>
            <a:ext cx="2468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0" y="1463040"/>
            <a:ext cx="73152" cy="2194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1609344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Mobile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938528"/>
            <a:ext cx="2121408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At 560px, products become one column and forms get tighter spacing.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ptos"/>
              </a:defRPr>
            </a:pPr>
            <a:r>
              <a:t>The design uses CSS Grid, flexible widths, min/max sizing, and media queries instead of JavaScript.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Page-by-Page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What each HTML file contributes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7680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ptos"/>
              </a:defRPr>
            </a:pPr>
            <a:r>
              <a:t>index.html: builds the main shopping experience with home, about, products, and footer sections.</a:t>
            </a:r>
          </a:p>
          <a:p>
            <a:pPr>
              <a:defRPr sz="1600">
                <a:solidFill>
                  <a:srgbClr val="475569"/>
                </a:solidFill>
                <a:latin typeface="Aptos"/>
              </a:defRPr>
            </a:pPr>
            <a:r>
              <a:t>contact.html: provides a contact form using required fields for basic input validation.</a:t>
            </a:r>
          </a:p>
          <a:p>
            <a:pPr>
              <a:defRPr sz="1600">
                <a:solidFill>
                  <a:srgbClr val="475569"/>
                </a:solidFill>
                <a:latin typeface="Aptos"/>
              </a:defRPr>
            </a:pPr>
            <a:r>
              <a:t>login.html: provides email/password login UI, remember-me checkbox, password hint, and signup link.</a:t>
            </a:r>
          </a:p>
          <a:p>
            <a:pPr>
              <a:defRPr sz="1600">
                <a:solidFill>
                  <a:srgbClr val="475569"/>
                </a:solidFill>
                <a:latin typeface="Aptos"/>
              </a:defRPr>
            </a:pPr>
            <a:r>
              <a:t>signup.html: collects full name, email, password, and confirmation with a strong-password hint.</a:t>
            </a:r>
          </a:p>
          <a:p>
            <a:pPr>
              <a:defRPr sz="1600">
                <a:solidFill>
                  <a:srgbClr val="475569"/>
                </a:solidFill>
                <a:latin typeface="Aptos"/>
              </a:defRPr>
            </a:pPr>
            <a:r>
              <a:t>style.css: shared visual and responsive layer used by all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44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How a visitor moves through the 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609344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1. Arrive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38528"/>
            <a:ext cx="148132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User lands on the hero section.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46304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97480" y="1463040"/>
            <a:ext cx="73152" cy="1143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98648" y="1609344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2. 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1938528"/>
            <a:ext cx="148132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User reads about the shop.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46304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0" y="1463040"/>
            <a:ext cx="73152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1609344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3. Browse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1938528"/>
            <a:ext cx="148132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User checks product cards.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146304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12280" y="14630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13448" y="1609344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4. 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1938528"/>
            <a:ext cx="134416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User contacts or signs 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Navigation links connect the pages together.</a:t>
            </a:r>
          </a:p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Form fields use HTML attributes such as required, email, password, checkbox, and textarea.</a:t>
            </a:r>
          </a:p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The site currently demonstrates frontend flow only; submitted forms do not save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11827"/>
                </a:solidFill>
                <a:latin typeface="Aptos"/>
              </a:rPr>
              <a:t>Strengths and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Good presentation talking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5661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2651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17904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47088"/>
            <a:ext cx="3218688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Simple file structure, readable HTML, reusable CSS variables, responsive product grid, clean forms, hover/focus feedback, and no framework dependency.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35661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73152" cy="2651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56048" y="1517904"/>
            <a:ext cx="3218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847088"/>
            <a:ext cx="3218688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Aptos"/>
              </a:rPr>
              <a:t>Add real product data, shopping cart, backend authentication, form submission handling, image assets stored locally, and consistent brand text across pages.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DBEAFE"/>
                </a:solidFill>
                <a:latin typeface="Aptos"/>
              </a:rPr>
              <a:t>How the final result was achieved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406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ptos"/>
              </a:defRPr>
            </a:pPr>
            <a:r>
              <a:t>The project demonstrates a complete static e-commerce frontend.</a:t>
            </a:r>
          </a:p>
          <a:p>
            <a:pPr>
              <a:defRPr sz="1800">
                <a:solidFill>
                  <a:srgbClr val="FFFFFF"/>
                </a:solidFill>
                <a:latin typeface="Aptos"/>
              </a:defRPr>
            </a:pPr>
            <a:r>
              <a:t>HTML provides the structure and content for each page.</a:t>
            </a:r>
          </a:p>
          <a:p>
            <a:pPr>
              <a:defRPr sz="1800">
                <a:solidFill>
                  <a:srgbClr val="FFFFFF"/>
                </a:solidFill>
                <a:latin typeface="Aptos"/>
              </a:defRPr>
            </a:pPr>
            <a:r>
              <a:t>CSS provides the theme, layout system, interaction styling, and mobile adaptation.</a:t>
            </a:r>
          </a:p>
          <a:p>
            <a:pPr>
              <a:defRPr sz="1800">
                <a:solidFill>
                  <a:srgbClr val="FFFFFF"/>
                </a:solidFill>
                <a:latin typeface="Aptos"/>
              </a:defRPr>
            </a:pPr>
            <a:r>
              <a:t>The final output is lightweight, easy to explain, and ready for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BEAFE"/>
                </a:solidFill>
                <a:latin typeface="Aptos"/>
              </a:rPr>
              <a:t>Kharido - simple shopping interface built with HTML5 and CSS3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6446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973</Words>
  <Application>Microsoft Office PowerPoint</Application>
  <PresentationFormat>On-screen Show (4:3)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Ghodela</cp:lastModifiedBy>
  <cp:revision>3</cp:revision>
  <dcterms:created xsi:type="dcterms:W3CDTF">2013-01-27T09:14:16Z</dcterms:created>
  <dcterms:modified xsi:type="dcterms:W3CDTF">2026-06-30T04:52:56Z</dcterms:modified>
  <cp:category/>
</cp:coreProperties>
</file>